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7"/>
  </p:notesMasterIdLst>
  <p:sldIdLst>
    <p:sldId id="256" r:id="rId5"/>
    <p:sldId id="2146847054" r:id="rId6"/>
    <p:sldId id="262" r:id="rId7"/>
    <p:sldId id="263" r:id="rId8"/>
    <p:sldId id="265" r:id="rId9"/>
    <p:sldId id="266" r:id="rId10"/>
    <p:sldId id="267" r:id="rId11"/>
    <p:sldId id="268" r:id="rId12"/>
    <p:sldId id="2146847055" r:id="rId13"/>
    <p:sldId id="269" r:id="rId14"/>
    <p:sldId id="2146847058" r:id="rId15"/>
    <p:sldId id="25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C5C33A-BA11-4C14-8524-FCD33020324D}" v="7" dt="2026-03-03T07:21:14.7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ulkit Agrawal" userId="16d6696d45f80dbe" providerId="LiveId" clId="{C6410DE8-9941-44CC-9B9D-9BC132FB9787}"/>
    <pc:docChg chg="undo custSel modSld">
      <pc:chgData name="Pulkit Agrawal" userId="16d6696d45f80dbe" providerId="LiveId" clId="{C6410DE8-9941-44CC-9B9D-9BC132FB9787}" dt="2026-03-03T07:21:17.050" v="23" actId="6549"/>
      <pc:docMkLst>
        <pc:docMk/>
      </pc:docMkLst>
      <pc:sldChg chg="addSp delSp modSp mod">
        <pc:chgData name="Pulkit Agrawal" userId="16d6696d45f80dbe" providerId="LiveId" clId="{C6410DE8-9941-44CC-9B9D-9BC132FB9787}" dt="2026-03-03T07:21:17.050" v="23" actId="6549"/>
        <pc:sldMkLst>
          <pc:docMk/>
          <pc:sldMk cId="4066255318" sldId="259"/>
        </pc:sldMkLst>
        <pc:spChg chg="add">
          <ac:chgData name="Pulkit Agrawal" userId="16d6696d45f80dbe" providerId="LiveId" clId="{C6410DE8-9941-44CC-9B9D-9BC132FB9787}" dt="2026-03-03T07:21:00.530" v="15"/>
          <ac:spMkLst>
            <pc:docMk/>
            <pc:sldMk cId="4066255318" sldId="259"/>
            <ac:spMk id="2" creationId="{D4A4B287-EA4D-05F3-857B-5DB63707B2D5}"/>
          </ac:spMkLst>
        </pc:spChg>
        <pc:spChg chg="add del mod">
          <ac:chgData name="Pulkit Agrawal" userId="16d6696d45f80dbe" providerId="LiveId" clId="{C6410DE8-9941-44CC-9B9D-9BC132FB9787}" dt="2026-03-03T07:21:17.050" v="23" actId="6549"/>
          <ac:spMkLst>
            <pc:docMk/>
            <pc:sldMk cId="4066255318" sldId="259"/>
            <ac:spMk id="5" creationId="{8BE4CA82-64EC-4D4E-A5E5-3EBB66E7B24C}"/>
          </ac:spMkLst>
        </pc:spChg>
      </pc:sldChg>
      <pc:sldChg chg="addSp modSp">
        <pc:chgData name="Pulkit Agrawal" userId="16d6696d45f80dbe" providerId="LiveId" clId="{C6410DE8-9941-44CC-9B9D-9BC132FB9787}" dt="2026-03-03T07:18:56.774" v="4" actId="1076"/>
        <pc:sldMkLst>
          <pc:docMk/>
          <pc:sldMk cId="3183315129" sldId="268"/>
        </pc:sldMkLst>
        <pc:spChg chg="mod">
          <ac:chgData name="Pulkit Agrawal" userId="16d6696d45f80dbe" providerId="LiveId" clId="{C6410DE8-9941-44CC-9B9D-9BC132FB9787}" dt="2026-03-03T07:18:52.943" v="2" actId="14100"/>
          <ac:spMkLst>
            <pc:docMk/>
            <pc:sldMk cId="3183315129" sldId="268"/>
            <ac:spMk id="3" creationId="{327162AE-F4C9-BF46-0B77-DEA8CD03FA2E}"/>
          </ac:spMkLst>
        </pc:spChg>
        <pc:picChg chg="add mod">
          <ac:chgData name="Pulkit Agrawal" userId="16d6696d45f80dbe" providerId="LiveId" clId="{C6410DE8-9941-44CC-9B9D-9BC132FB9787}" dt="2026-03-03T07:18:56.774" v="4" actId="1076"/>
          <ac:picMkLst>
            <pc:docMk/>
            <pc:sldMk cId="3183315129" sldId="268"/>
            <ac:picMk id="5122" creationId="{7799FD7F-9786-1865-CE36-9A067384E6C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3/3/2026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3/3/2026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3/3/2026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3/3/2026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3/3/2026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3/3/2026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pulkitagrawal358/MindEase-AI-Companion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dirty="0"/>
              <a:t>AI Mental Health Companion Chatbot.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2196" y="4058588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4"/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4"/>
                </a:solidFill>
                <a:latin typeface="Arial"/>
                <a:cs typeface="Arial"/>
              </a:rPr>
              <a:t>Student Name-  PULKIT AGRAWAL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4"/>
                </a:solidFill>
                <a:latin typeface="Arial"/>
                <a:cs typeface="Arial"/>
              </a:rPr>
              <a:t>College Name-  St. Joseph’s College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accent4"/>
                </a:solidFill>
                <a:latin typeface="Arial"/>
                <a:cs typeface="Arial"/>
              </a:rPr>
              <a:t>Department-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276" y="145513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2179376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Overview of Mental Health Challenges</a:t>
            </a:r>
            <a:endParaRPr lang="en-US" dirty="0">
              <a:latin typeface="Arial"/>
              <a:cs typeface="Arial"/>
            </a:endParaRPr>
          </a:p>
          <a:p>
            <a:r>
              <a:rPr lang="en-US" sz="2000" b="1" dirty="0">
                <a:latin typeface="Arial"/>
                <a:ea typeface="+mn-lt"/>
                <a:cs typeface="Calibri"/>
              </a:rPr>
              <a:t>Proposed AI solution using NLP</a:t>
            </a:r>
            <a:endParaRPr lang="en-US" dirty="0">
              <a:latin typeface="Arial"/>
              <a:ea typeface="+mn-lt"/>
              <a:cs typeface="+mn-lt"/>
            </a:endParaRPr>
          </a:p>
          <a:p>
            <a:r>
              <a:rPr lang="en-US" sz="2000" b="1" dirty="0">
                <a:latin typeface="Arial"/>
                <a:ea typeface="+mn-lt"/>
                <a:cs typeface="+mn-lt"/>
              </a:rPr>
              <a:t>Technical implementation with Python</a:t>
            </a:r>
            <a:endParaRPr lang="en-US" dirty="0">
              <a:latin typeface="Arial"/>
              <a:cs typeface="Calibri"/>
            </a:endParaRPr>
          </a:p>
          <a:p>
            <a:r>
              <a:rPr lang="en-US" sz="2000" b="1" dirty="0">
                <a:latin typeface="Arial"/>
                <a:ea typeface="+mn-lt"/>
                <a:cs typeface="Arial"/>
              </a:rPr>
              <a:t>Results and Project Impact</a:t>
            </a:r>
          </a:p>
        </p:txBody>
      </p:sp>
      <p:pic>
        <p:nvPicPr>
          <p:cNvPr id="1031" name="Picture 7" descr="clipboard outline style pictogram ...">
            <a:extLst>
              <a:ext uri="{FF2B5EF4-FFF2-40B4-BE49-F238E27FC236}">
                <a16:creationId xmlns:a16="http://schemas.microsoft.com/office/drawing/2014/main" id="{174275FB-8C26-A414-7A01-06804920E8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0667" y="1370369"/>
            <a:ext cx="3815991" cy="4079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.</a:t>
            </a:r>
            <a:endParaRPr lang="en-IN" sz="14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8102DB1-9EFD-8418-93C2-DDA5BACDD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4722" y="2442741"/>
            <a:ext cx="6371304" cy="2508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Students face high levels of stress, anxiety, and loneliness.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Hesitation to approach professional counselors due to privacy concerns.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Need for an immediate, non-judgmental, and accessible support tool.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5,317 Academic Pressure Royalty-Free ...">
            <a:extLst>
              <a:ext uri="{FF2B5EF4-FFF2-40B4-BE49-F238E27FC236}">
                <a16:creationId xmlns:a16="http://schemas.microsoft.com/office/drawing/2014/main" id="{C7E12D46-D51F-6E96-BD4A-1833AE8574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35303"/>
            <a:ext cx="5557684" cy="3034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6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6DA7383-1B2E-EFEB-F55B-BE58D89AB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769" y="2280510"/>
            <a:ext cx="5771534" cy="2508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 safe, AI-driven chatbot that uses sentiment analysis.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Detects user mood (Positive, Negative, or Neutral) in real-time.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Generates empathetic, motivational responses and relaxation tips.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AutoShape 4" descr=", AI generated">
            <a:extLst>
              <a:ext uri="{FF2B5EF4-FFF2-40B4-BE49-F238E27FC236}">
                <a16:creationId xmlns:a16="http://schemas.microsoft.com/office/drawing/2014/main" id="{00882FFF-F67E-007D-2AE3-5AC17C0BC7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138CFA-84BA-EAB0-B4C9-620ADFDB1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2733" y="2030466"/>
            <a:ext cx="5271523" cy="288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58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FDC4A3-D909-9C2E-A94F-28D1CDDCA8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17573" y="2561192"/>
            <a:ext cx="6558117" cy="2200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Language: Python (for its simplicity and vast libraries).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Data Handling: Pandas library for managing the mental health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AI Logic: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TextBlob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library for processing Natural Language and scoring sentiment.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Essential Data Analysis Tools for IT ...">
            <a:extLst>
              <a:ext uri="{FF2B5EF4-FFF2-40B4-BE49-F238E27FC236}">
                <a16:creationId xmlns:a16="http://schemas.microsoft.com/office/drawing/2014/main" id="{7673AA84-1B17-FB16-DDEB-078019198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598" y="2154340"/>
            <a:ext cx="4342307" cy="288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14EE2B8-ADB9-8002-7904-B2AC446F1C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295" y="1510280"/>
            <a:ext cx="6103989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 User types a sentence describing their feelings.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Process: The script calculates "Polarity" (Sentiment Score).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Decision: * Score &lt; 0: Negative Mood -&gt; Empathetic response.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Score &gt; 0: Positive Mood -&gt; Encouraging response.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Deployment: Successfully tested within a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 environment.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04EF364-1DE4-FD53-8E72-B259AD772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2469" y="2035227"/>
            <a:ext cx="5675738" cy="3080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8C7BFD-BB8A-9FF2-C392-9F46E0D7AD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0354" y="1473413"/>
            <a:ext cx="8968802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Successfully analyzed statements from the "Combined Data" dataset.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bot provides instant responses without manual intervention.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Accurately identifies stress-related keywords and offers comfort.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187AF8-AABC-3022-474F-11E0841B2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67" y="3325395"/>
            <a:ext cx="8667667" cy="3301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27162AE-F4C9-BF46-0B77-DEA8CD03FA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1361" y="2345170"/>
            <a:ext cx="6330884" cy="25083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AI can effectively serve as a first-line companion for student well-being.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project demonstrates that high-impact AI solutions can be built with simple, efficient code.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Future scope includes adding voice support and professional resource links.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122" name="Picture 2" descr="Green Checkmark Vector Art, Icons, and ...">
            <a:extLst>
              <a:ext uri="{FF2B5EF4-FFF2-40B4-BE49-F238E27FC236}">
                <a16:creationId xmlns:a16="http://schemas.microsoft.com/office/drawing/2014/main" id="{7799FD7F-9786-1865-CE36-9A067384E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438" y="2332089"/>
            <a:ext cx="2190750" cy="209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E6AD308-6B8D-55E2-196A-5355804D8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14" y="1971245"/>
            <a:ext cx="11366091" cy="3431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Google Sans Text"/>
              </a:rPr>
              <a:t>Multilingual Support: Enhancing the bot to understand and respond in regional languages to help more students.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2000" b="1" dirty="0">
              <a:latin typeface="Google Sans Tex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Google Sans Text"/>
              </a:rPr>
              <a:t>Professional Integration: Linking the chatbot to professional counseling services or emergency helplines for high-risk cases.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2000" b="1" dirty="0">
              <a:latin typeface="Google Sans Tex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Google Sans Text"/>
              </a:rPr>
              <a:t>Voice &amp; Video Interface: Moving beyond text to include voice-to-text features for more natural user interaction.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endParaRPr lang="en-US" altLang="en-US" sz="2000" b="1" dirty="0">
              <a:latin typeface="Google Sans Text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2000" b="1" dirty="0">
                <a:latin typeface="Google Sans Text"/>
              </a:rPr>
              <a:t>Personalized Resources: Using long-term mood tracking to suggest specific study habits or dietary plans based on the user's emotional trends.</a:t>
            </a:r>
            <a:endParaRPr lang="en-US" altLang="en-US" sz="20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4882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C6534DC-F312-906B-3FFE-F5E5C0D16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768" y="2599164"/>
            <a:ext cx="713541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1.) Kaggle: Sentiment Analysis for Mental Health Dataset.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2.)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TextBlob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Library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C18F4-90FF-869B-D16A-31F40314E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link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8B4D2-2154-F20B-F64F-A6097D21B3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000" b="1" dirty="0" err="1"/>
              <a:t>Github</a:t>
            </a:r>
            <a:r>
              <a:rPr lang="en-IN" sz="2000" b="1" dirty="0"/>
              <a:t> Link : </a:t>
            </a:r>
            <a:r>
              <a:rPr lang="en-IN" sz="2000" b="1" dirty="0">
                <a:hlinkClick r:id="rId2"/>
              </a:rPr>
              <a:t>Click here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1995909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1069</TotalTime>
  <Words>385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Calibri Light</vt:lpstr>
      <vt:lpstr>Courier New</vt:lpstr>
      <vt:lpstr>Franklin Gothic Book</vt:lpstr>
      <vt:lpstr>Franklin Gothic Demi</vt:lpstr>
      <vt:lpstr>Google Sans Text</vt:lpstr>
      <vt:lpstr>Wingdings</vt:lpstr>
      <vt:lpstr>Wingdings 2</vt:lpstr>
      <vt:lpstr>DividendVTI</vt:lpstr>
      <vt:lpstr>AI Mental Health Companion Chatbot.</vt:lpstr>
      <vt:lpstr>OUTLINE</vt:lpstr>
      <vt:lpstr>Problem Statement</vt:lpstr>
      <vt:lpstr>Proposed Solution</vt:lpstr>
      <vt:lpstr>System  Approach</vt:lpstr>
      <vt:lpstr>Algorithm &amp; Deployment</vt:lpstr>
      <vt:lpstr>Result</vt:lpstr>
      <vt:lpstr>Conclusion</vt:lpstr>
      <vt:lpstr>PowerPoint Presentation</vt:lpstr>
      <vt:lpstr>References</vt:lpstr>
      <vt:lpstr>Github link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Pulkit Agrawal</cp:lastModifiedBy>
  <cp:revision>39</cp:revision>
  <dcterms:created xsi:type="dcterms:W3CDTF">2021-05-26T16:50:10Z</dcterms:created>
  <dcterms:modified xsi:type="dcterms:W3CDTF">2026-03-03T07:21:23Z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